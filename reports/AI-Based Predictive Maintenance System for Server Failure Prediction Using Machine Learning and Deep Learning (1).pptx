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b58cb7de8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b58cb7de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b58cb7de8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b58cb7de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b58cb7de8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b58cb7de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b58cb7de8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b58cb7de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b58cb7de8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b58cb7de8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b58cb7de8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b58cb7de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b58cb7de8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b58cb7de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b58cb7de8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b58cb7de8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b58cb7de8_0_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b58cb7de8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b58cb7de8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b58cb7de8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b58cb7de8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b58cb7de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b58cb7de8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b58cb7de8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b58cb7de8_0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eb58cb7de8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b58cb7de8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eb58cb7de8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b58cb7de8_0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b58cb7de8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b58cb7de8_0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b58cb7de8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b58cb7de8_0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eb58cb7de8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b58cb7de8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eb58cb7de8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b58cb7de8_0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eb58cb7de8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b58cb7de8_0_1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eb58cb7de8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b58cb7de8_0_1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eb58cb7de8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b58cb7de8_0_1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eb58cb7de8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b58cb7de8_0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eb58cb7de8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b58cb7de8_0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eb58cb7de8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b58cb7de8_0_1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eb58cb7de8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b58cb7de8_0_1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eb58cb7de8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b58cb7de8_0_1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eb58cb7de8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981188" y="624600"/>
            <a:ext cx="8229300" cy="18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358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9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Predictive Maintenance System</a:t>
            </a:r>
            <a:br>
              <a:rPr b="0" i="0" lang="en-US" sz="11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109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Server Failure Prediction</a:t>
            </a:r>
            <a:br>
              <a:rPr b="0" i="0" lang="en-US" sz="11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109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Machine Learning and Deep Learning 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5791055" y="3733799"/>
            <a:ext cx="6096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53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981150" y="4838699"/>
            <a:ext cx="82293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44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35">
                <a:latin typeface="Times New Roman"/>
                <a:ea typeface="Times New Roman"/>
                <a:cs typeface="Times New Roman"/>
                <a:sym typeface="Times New Roman"/>
              </a:rPr>
              <a:t>Birla Institute of Technology and Science, Pilani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5892" y="5478949"/>
            <a:ext cx="76197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91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07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Members:</a:t>
            </a:r>
            <a:r>
              <a:rPr b="0" i="0" lang="en-US" sz="107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285892" y="5821849"/>
            <a:ext cx="35814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[Member 1 Name] - [Roll Number]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324391" y="5821849"/>
            <a:ext cx="35814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[Member 3 Name] - [Roll Number]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2285892" y="6088550"/>
            <a:ext cx="35814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[Member 2 Name] - [Roll Number]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324391" y="6088550"/>
            <a:ext cx="35814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[Member 4 Name] - [Roll Number]</a:t>
            </a:r>
            <a:endParaRPr/>
          </a:p>
        </p:txBody>
      </p:sp>
      <p:pic>
        <p:nvPicPr>
          <p:cNvPr id="92" name="Google Shape;92;p13" title="bits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3412" y="2705100"/>
            <a:ext cx="1384851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title="Screenshot 2026-05-29 at 11.55.0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00074" y="-321750"/>
            <a:ext cx="13191823" cy="750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title="Screenshot 2026-05-29 at 11.56.2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46" y="-1"/>
            <a:ext cx="12060182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6" title="Screenshot 2026-05-29 at 11.56.5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7386"/>
            <a:ext cx="12191676" cy="6932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7" title="Screenshot 2026-05-29 at 11.57.3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61237" y="-185938"/>
            <a:ext cx="12714148" cy="722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8" title="Screenshot 2026-05-29 at 11.58.0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53213" y="-124513"/>
            <a:ext cx="12498100" cy="710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9" title="Screenshot 2026-05-29 at 12.05.3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3300" y="0"/>
            <a:ext cx="12191676" cy="371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0" title="Screenshot 2026-05-29 at 12.07.3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00" y="741200"/>
            <a:ext cx="12105077" cy="451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1" title="Screenshot 2026-05-29 at 12.08.2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590269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2" title="Screenshot 2026-05-29 at 12.08.4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590269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3" title="Screenshot 2026-05-29 at 12.08.5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590269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4" title="Screenshot 2026-05-29 at 12.09.1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590269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5" title="Screenshot 2026-05-29 at 12.09.2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590269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6" title="Screenshot 2026-05-29 at 12.09.4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590269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7" title="Screenshot 2026-05-29 at 12.09.5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590269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8" title="Screenshot 2026-05-29 at 12.10.3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590269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9" title="Screenshot 2026-05-29 at 12.10.5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480508" cy="6553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0" title="Screenshot 2026-05-29 at 12.11.2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702143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31" title="Screenshot 2026-05-29 at 12.12.3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702143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2" title="Screenshot 2026-05-29 at 12.16.4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175" y="616437"/>
            <a:ext cx="10827325" cy="562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33" title="Screenshot 2026-05-29 at 12.17.1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6879" cy="6175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34" title="Screenshot 2026-05-29 at 12.12.5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702143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35" title="Screenshot 2026-05-29 at 12.13.0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702143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36" title="Screenshot 2026-05-29 at 12.13.1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702143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37" title="Screenshot 2026-05-29 at 12.13.3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702143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38" title="Screenshot 2026-05-29 at 12.13.4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702143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39" title="Screenshot 2026-05-29 at 12.14.0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702143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40" title="Screenshot 2026-05-29 at 12.14.2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702143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1"/>
          <p:cNvSpPr txBox="1"/>
          <p:nvPr/>
        </p:nvSpPr>
        <p:spPr>
          <a:xfrm>
            <a:off x="4362340" y="533399"/>
            <a:ext cx="3467013" cy="1000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8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</p:txBody>
      </p:sp>
      <p:sp>
        <p:nvSpPr>
          <p:cNvPr id="233" name="Google Shape;233;p41"/>
          <p:cNvSpPr/>
          <p:nvPr/>
        </p:nvSpPr>
        <p:spPr>
          <a:xfrm>
            <a:off x="5486262" y="1752599"/>
            <a:ext cx="1219169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41"/>
          <p:cNvSpPr txBox="1"/>
          <p:nvPr/>
        </p:nvSpPr>
        <p:spPr>
          <a:xfrm>
            <a:off x="4362340" y="2247899"/>
            <a:ext cx="3467013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52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Questions?</a:t>
            </a:r>
            <a:endParaRPr/>
          </a:p>
        </p:txBody>
      </p:sp>
      <p:sp>
        <p:nvSpPr>
          <p:cNvPr id="235" name="Google Shape;235;p41"/>
          <p:cNvSpPr txBox="1"/>
          <p:nvPr/>
        </p:nvSpPr>
        <p:spPr>
          <a:xfrm>
            <a:off x="4362340" y="3695699"/>
            <a:ext cx="346701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Team</a:t>
            </a:r>
            <a:endParaRPr/>
          </a:p>
        </p:txBody>
      </p:sp>
      <p:sp>
        <p:nvSpPr>
          <p:cNvPr id="236" name="Google Shape;236;p41"/>
          <p:cNvSpPr txBox="1"/>
          <p:nvPr/>
        </p:nvSpPr>
        <p:spPr>
          <a:xfrm>
            <a:off x="4362340" y="4133849"/>
            <a:ext cx="150491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r">
              <a:lnSpc>
                <a:spcPct val="1631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[Team Member 1]</a:t>
            </a:r>
            <a:endParaRPr/>
          </a:p>
        </p:txBody>
      </p:sp>
      <p:sp>
        <p:nvSpPr>
          <p:cNvPr id="237" name="Google Shape;237;p41"/>
          <p:cNvSpPr txBox="1"/>
          <p:nvPr/>
        </p:nvSpPr>
        <p:spPr>
          <a:xfrm>
            <a:off x="4362340" y="4381499"/>
            <a:ext cx="150491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r">
              <a:lnSpc>
                <a:spcPct val="1631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 No: [XXXX]</a:t>
            </a:r>
            <a:endParaRPr/>
          </a:p>
        </p:txBody>
      </p:sp>
      <p:sp>
        <p:nvSpPr>
          <p:cNvPr id="238" name="Google Shape;238;p41"/>
          <p:cNvSpPr txBox="1"/>
          <p:nvPr/>
        </p:nvSpPr>
        <p:spPr>
          <a:xfrm>
            <a:off x="6324441" y="4133849"/>
            <a:ext cx="150491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[Team Member 3]</a:t>
            </a:r>
            <a:endParaRPr/>
          </a:p>
        </p:txBody>
      </p:sp>
      <p:sp>
        <p:nvSpPr>
          <p:cNvPr id="239" name="Google Shape;239;p41"/>
          <p:cNvSpPr txBox="1"/>
          <p:nvPr/>
        </p:nvSpPr>
        <p:spPr>
          <a:xfrm>
            <a:off x="6324441" y="4381499"/>
            <a:ext cx="150491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 No: [XXXX]</a:t>
            </a:r>
            <a:endParaRPr/>
          </a:p>
        </p:txBody>
      </p:sp>
      <p:sp>
        <p:nvSpPr>
          <p:cNvPr id="240" name="Google Shape;240;p41"/>
          <p:cNvSpPr txBox="1"/>
          <p:nvPr/>
        </p:nvSpPr>
        <p:spPr>
          <a:xfrm>
            <a:off x="4362340" y="4762500"/>
            <a:ext cx="150491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r">
              <a:lnSpc>
                <a:spcPct val="1631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[Team Member 2]</a:t>
            </a:r>
            <a:endParaRPr/>
          </a:p>
        </p:txBody>
      </p:sp>
      <p:sp>
        <p:nvSpPr>
          <p:cNvPr id="241" name="Google Shape;241;p41"/>
          <p:cNvSpPr txBox="1"/>
          <p:nvPr/>
        </p:nvSpPr>
        <p:spPr>
          <a:xfrm>
            <a:off x="4362340" y="5010149"/>
            <a:ext cx="150491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r">
              <a:lnSpc>
                <a:spcPct val="1631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 No: [XXXX]</a:t>
            </a:r>
            <a:endParaRPr/>
          </a:p>
        </p:txBody>
      </p:sp>
      <p:sp>
        <p:nvSpPr>
          <p:cNvPr id="242" name="Google Shape;242;p41"/>
          <p:cNvSpPr txBox="1"/>
          <p:nvPr/>
        </p:nvSpPr>
        <p:spPr>
          <a:xfrm>
            <a:off x="6324441" y="4762500"/>
            <a:ext cx="150491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[Team Member 4]</a:t>
            </a:r>
            <a:endParaRPr/>
          </a:p>
        </p:txBody>
      </p:sp>
      <p:sp>
        <p:nvSpPr>
          <p:cNvPr id="243" name="Google Shape;243;p41"/>
          <p:cNvSpPr txBox="1"/>
          <p:nvPr/>
        </p:nvSpPr>
        <p:spPr>
          <a:xfrm>
            <a:off x="6324441" y="5010149"/>
            <a:ext cx="150491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1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 No: [XXXX]</a:t>
            </a:r>
            <a:endParaRPr/>
          </a:p>
        </p:txBody>
      </p:sp>
      <p:sp>
        <p:nvSpPr>
          <p:cNvPr id="244" name="Google Shape;244;p41"/>
          <p:cNvSpPr txBox="1"/>
          <p:nvPr/>
        </p:nvSpPr>
        <p:spPr>
          <a:xfrm>
            <a:off x="4362340" y="5734050"/>
            <a:ext cx="346701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/>
          </a:p>
        </p:txBody>
      </p:sp>
      <p:sp>
        <p:nvSpPr>
          <p:cNvPr id="245" name="Google Shape;245;p41"/>
          <p:cNvSpPr txBox="1"/>
          <p:nvPr/>
        </p:nvSpPr>
        <p:spPr>
          <a:xfrm>
            <a:off x="4362340" y="6076950"/>
            <a:ext cx="346701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1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[College Name] • Academic Year 2025-2026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